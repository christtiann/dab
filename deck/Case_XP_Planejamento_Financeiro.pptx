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Hoje</c:v>
                </c:pt>
              </c:strCache>
            </c:strRef>
          </c:tx>
          <c:spPr>
            <a:solidFill>
              <a:srgbClr val="4F4F4F"/>
            </a:solidFill>
            <a:effectLst/>
          </c:spPr>
          <c:invertIfNegative val="0"/>
          <c:dLbls>
            <c:numFmt formatCode="#,##0&quot;k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Ações / ETF</c:v>
                  </c:pt>
                  <c:pt idx="1">
                    <c:v>Multimercado</c:v>
                  </c:pt>
                  <c:pt idx="2">
                    <c:v>RF tributada</c:v>
                  </c:pt>
                  <c:pt idx="3">
                    <c:v>Previdência (VGBL)</c:v>
                  </c:pt>
                  <c:pt idx="4">
                    <c:v>Isentos de IR</c:v>
                  </c:pt>
                  <c:pt idx="5">
                    <c:v>Liquidez / pós-fixado</c:v>
                  </c:pt>
                  <c:pt idx="6">
                    <c:v>Parado em conta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Proposto</c:v>
                </c:pt>
              </c:strCache>
            </c:strRef>
          </c:tx>
          <c:spPr>
            <a:solidFill>
              <a:srgbClr val="FFC709"/>
            </a:solidFill>
            <a:effectLst/>
          </c:spPr>
          <c:invertIfNegative val="0"/>
          <c:dLbls>
            <c:numFmt formatCode="#,##0&quot;k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Ações / ETF</c:v>
                  </c:pt>
                  <c:pt idx="1">
                    <c:v>Multimercado</c:v>
                  </c:pt>
                  <c:pt idx="2">
                    <c:v>RF tributada</c:v>
                  </c:pt>
                  <c:pt idx="3">
                    <c:v>Previdência (VGBL)</c:v>
                  </c:pt>
                  <c:pt idx="4">
                    <c:v>Isentos de IR</c:v>
                  </c:pt>
                  <c:pt idx="5">
                    <c:v>Liquidez / pós-fixado</c:v>
                  </c:pt>
                  <c:pt idx="6">
                    <c:v>Parado em conta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80</c:v>
                </c:pt>
                <c:pt idx="4">
                  <c:v>120</c:v>
                </c:pt>
                <c:pt idx="5">
                  <c:v>60</c:v>
                </c:pt>
                <c:pt idx="6">
                  <c:v>0</c:v>
                </c:pt>
              </c:numCache>
            </c:numRef>
          </c:val>
        </c:ser>
        <c:dLbls>
          <c:numFmt formatCode="#,##0&quot;k&quot;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0"/>
        </c:scaling>
        <c:delete val="0"/>
        <c:axPos val="b"/>
        <c:majorGridlines>
          <c:spPr>
            <a:ln w="12700" cap="flat">
              <a:solidFill>
                <a:srgbClr val="26262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373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solidFill>
          <a:srgbClr val="0B0B0B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8A8A8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B0B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é um prazer receber você. Entendemos que sua rotina como engenheiro é intensa e seu tempo é escasso. O objetivo de hoje é mostrar como a curadoria da XP pode organizar seus R$ 400 mil com segurança, eficiência fiscal e zero trabalho no seu dia a dia. São 30 minutos: diagnóstico, estrutura proposta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Analisando seu momento: você construiu um patrimônio excelente de R$ 400 mil. Mas ele está partido ao meio de forma ineficiente. Metade parada na conta corrente rendendo zero, e metade concentrada em ações — R$ 100 mil, que representam 25% de tudo o que você tem. É por isso que a oscilação incomoda: não é fragilidade sua, é dimensionamento. Vamos resolver os dois gargalos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Faço questão de começar por aqui. Você já foi nosso cliente assessorado e saiu — e isso é uma informação, não uma crítica. A dor que você descreve hoje, carteira sem plano definido, é o sintoma de um atendimento centrado em produto e não em objetivo. O que eu trago de diferente não é uma prateleira melhor: é método, custo na mesa antes da decisão e uma agenda de acompanhamento que existe independentemente de haver algo para vender.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eliminar a ansiedade com oscilação, dividimos o patrimônio em três caixas independentes. O dinheiro de emergência fica imune a mercado. O capital da sua filha fica protegido da inflação e blindado na sucessão. E só o dinheiro de longo prazo assume risco. Repare numa coisa importante: eu declaro a premissa. O briefing não me deu suas despesas, então assumi 70% da renda. Se esse número for outro, a Caixa 1 muda e o resto se ajusta.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Sua reserva sai da conta corrente e vai para CDB de liquidez diária com garantia do FGC. Rende todos os dias e resgata no mesmo dia pelo aplicativo. Note que eu não inventei o número: parti de uma estimativa de custo de vida e mostrei a conta. Se o seu gasto real for maior, a gente recalcula aqui mesmo. E essa caixa tem uma função silenciosa que é a mais importante de todas: ela impede que você precise vender um investimento de longo prazo num momento ruim.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futuro da sua filha, três camadas. VGBL para o aporte único, com alíquota caindo a 10% no longo prazo e transmissão direta para ela sem passar por inventário. LCI e LCA isentas de Imposto de Renda, com vencimentos casados com a escola e a faculdade. E aqui eu chamo sua atenção: eu incluí seguro de vida. Você tem 40 anos, renda única e uma filha dependente. Todo o plano que montamos pressupõe que você continue gerando R$ 12 mil por mês. O seguro é o que protege o plano contra a única hipótese que ele não sobrevive.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a mudança mais importante. Sua exposição a ações cai de R$ 100 mil para R$ 40 mil, e sai de ação individual para ETF — diversificação automática. A maior fatia vai para renda fixa levada ao vencimento, boa parte dela isenta de IR. E eu quero ser explícito sobre uma ausência: não tem COE aqui. COE é um produto legítimo, mas o custo de estruturação não fica visível no extrato. Como taxa é o seu ponto sensível, eu não vou te oferecer justamente o produto mais opaco da prateleira.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fotografia final, e repare que eu comparo tudo na mesma base: o patrimônio total de R$ 400 mil. Sua exposição a ações cai de 25% para 10%. O capital que está de fato rendendo sai de 50% para 100%. E surgem R$ 120 mil em ativos isentos de Imposto de Renda, que hoje são zero. Nenhum real fica 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dores que faltavam. Taxa: custódia zero, e o custo de cada produto na mesa antes da decisão, não depois. Tempo: o acompanhamento diário é nosso. Você recebe um resumo trimestral no app e me dá duas reuniões de 30 minutos por ano. E o rebalanceamento acontece direcionando seu aporte mensal, o que evita venda e evita antecipar imposto. Sua sobra de R$ 3.600 por mês já tem destino definido.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colocar o plano em prática, o primeiro passo é atualizar seu perfil de investidor — leva 10 minutos e dá para fazer agora. Chamo atenção para a etapa 3: a saída das ações é gradual, em parcelas de até R$ 20 mil por mês, porque vendas de ações até esse valor mensal são isentas de Imposto de Renda para pessoa física. Fazendo assim, a reestruturação inteira sai sem custo tributário. Posso abrir o aplicativo e começarmos?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984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19072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Integrado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844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 consultiva para a proteção da sua família e o futuro da sua filha.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613648" y="1600200"/>
            <a:ext cx="3017520" cy="3017520"/>
          </a:xfrm>
          <a:prstGeom prst="ellipse">
            <a:avLst/>
          </a:prstGeom>
          <a:solidFill>
            <a:srgbClr val="0B0B0B"/>
          </a:solidFill>
          <a:ln w="25400">
            <a:solidFill>
              <a:srgbClr val="FFC7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28048" y="2514600"/>
            <a:ext cx="1188720" cy="1188720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68" y="27889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4892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R$ 400.000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285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patrimônio total mapeado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4892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caixas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3246120" y="5285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por objetivo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48920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5285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renda variável, na base total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64190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diagnóstico  ·  30 minutos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fotografia do seu momento financeiro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Patrimônio total de R$ 400.000 — e dois gargalos que resolvemos hoje.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3291840" cy="3611880"/>
          </a:xfrm>
          <a:prstGeom prst="roundRect">
            <a:avLst>
              <a:gd name="adj" fmla="val 2500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88366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225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22677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anos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207008" y="25420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081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3026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Casado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1207008" y="33009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filha dependente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8404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07008" y="37856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Moderado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1207008" y="405993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autodeclarado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59943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7008" y="4544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R$ 12.000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1207008" y="48188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mensal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114800" y="1664208"/>
            <a:ext cx="7498080" cy="169164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4370832" y="1938528"/>
            <a:ext cx="384048" cy="384048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370832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901184" y="19202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 parados em conta corrente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4901184" y="237744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zero. Metade do seu patrimônio perde poder de compra todos os dias, enquanto a outra metade assume todo o risco.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114800" y="3538728"/>
            <a:ext cx="7498080" cy="169164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370832" y="3813048"/>
            <a:ext cx="384048" cy="384048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370832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4901184" y="37947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R$ 100.000 em ações — 25% do patrimônio total</a:t>
            </a:r>
            <a:endParaRPr lang="en-US" sz="1650" dirty="0"/>
          </a:p>
        </p:txBody>
      </p:sp>
      <p:sp>
        <p:nvSpPr>
          <p:cNvPr id="28" name="Text 22"/>
          <p:cNvSpPr txBox="1"/>
          <p:nvPr/>
        </p:nvSpPr>
        <p:spPr>
          <a:xfrm>
            <a:off x="4901184" y="425196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direta à bolsa acima do que um perfil moderado sustenta sem desconforto, ainda mais sem tempo para acompanhar o mercado.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4132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SUAS DORES, NAS SUAS PALAVRAS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48640" y="5705856"/>
            <a:ext cx="3538728" cy="548640"/>
          </a:xfrm>
          <a:prstGeom prst="roundRect">
            <a:avLst>
              <a:gd name="adj" fmla="val 1500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731520" y="57058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"Carteira sem plano definido"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270248" y="5705856"/>
            <a:ext cx="3538728" cy="548640"/>
          </a:xfrm>
          <a:prstGeom prst="roundRect">
            <a:avLst>
              <a:gd name="adj" fmla="val 1500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4453128" y="57058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oscilação incomoda"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7991856" y="5705856"/>
            <a:ext cx="3538728" cy="548640"/>
          </a:xfrm>
          <a:prstGeom prst="roundRect">
            <a:avLst>
              <a:gd name="adj" fmla="val 1500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8174736" y="570585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"Sempre reclamando das taxas"</a:t>
            </a:r>
            <a:endParaRPr lang="en-US" sz="125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7" name="Text 31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RECONQUISTA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já foi assessorado pela XP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desta vez — antes de falar de produto, precisamos falar do que não funcionou.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0078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PROVAVELMENTE FALTOU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0078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NOSSO COMPROMISSO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048256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204825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carteira montada sem tese e sem objetivo nomeado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048256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2263140"/>
            <a:ext cx="210312" cy="21031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48272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real com uma finalidade e um prazo declarados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807208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68096" y="280720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oferecido sem o custo total na mesa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2807208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3022092"/>
            <a:ext cx="210312" cy="21031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48272" y="280720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total apresentado antes de cada alocação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3566160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8096" y="356616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 só quando havia algo para vender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3566160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781044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748272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fixa: relatório trimestral e 2 reuniões por ano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4325112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8096" y="4325112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Volatilidade sem contexto, gerando ansiedade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217920" y="4325112"/>
            <a:ext cx="5394960" cy="640080"/>
          </a:xfrm>
          <a:prstGeom prst="roundRect">
            <a:avLst>
              <a:gd name="adj" fmla="val 1285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539996"/>
            <a:ext cx="210312" cy="21031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748272" y="432511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dimensionado por caixa, não pela carteira inteira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48640" y="528523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859536" y="5285232"/>
            <a:ext cx="104424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sem plano definido não é um problema de produto. É um problema de método — e é exatamente isso que estamos corrigindo hoje.</a:t>
            </a:r>
            <a:endParaRPr lang="en-US" sz="14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patrimônio dividido por objetivo, não por produto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caixas independentes. Cada uma com um prazo, um risco e uma função.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3538728" cy="3529584"/>
          </a:xfrm>
          <a:prstGeom prst="roundRect">
            <a:avLst>
              <a:gd name="adj" fmla="val 2332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6704" y="2048256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578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LIQUIDEZ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712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467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do patrimônio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730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0416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emergência com resgate no mesmo dia e volatilidade zero.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70248" y="1755648"/>
            <a:ext cx="3538728" cy="3529584"/>
          </a:xfrm>
          <a:prstGeom prst="roundRect">
            <a:avLst>
              <a:gd name="adj" fmla="val 2332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011680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44568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204825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544568" y="2578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&amp; FUTURO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544568" y="28712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R$ 140.000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4544568" y="33467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do patrimônio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544568" y="3730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e longo prazo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544568" y="40416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da filha, eficiência fiscal e sucessão sem inventário.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7991856" y="1755648"/>
            <a:ext cx="3538728" cy="3529584"/>
          </a:xfrm>
          <a:prstGeom prst="roundRect">
            <a:avLst>
              <a:gd name="adj" fmla="val 2332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66176" y="2011680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66176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2048256"/>
            <a:ext cx="347472" cy="34747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66176" y="2578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8266176" y="287121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</a:t>
            </a:r>
            <a:endParaRPr lang="en-US" sz="2600" dirty="0"/>
          </a:p>
        </p:txBody>
      </p:sp>
      <p:sp>
        <p:nvSpPr>
          <p:cNvPr id="29" name="Text 24"/>
          <p:cNvSpPr txBox="1"/>
          <p:nvPr/>
        </p:nvSpPr>
        <p:spPr>
          <a:xfrm>
            <a:off x="8266176" y="33467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do patrimônio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8266176" y="37307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66176" y="40416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Rentabilidade real acima da inflação, com risco dimensionado.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548640" y="5431536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33" name="Text 28"/>
          <p:cNvSpPr txBox="1"/>
          <p:nvPr/>
        </p:nvSpPr>
        <p:spPr>
          <a:xfrm>
            <a:off x="859536" y="5431536"/>
            <a:ext cx="104424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recursos: 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 da conta corrente financiam as Caixas 1 e 2.  ·  Os R$ 200.000 já investidos são reestruturados na Caixa 3.  · 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declarada: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briefing não informa despesas; assumimos custo de vida de R$ 8.400/mês (70% da renda).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01  ·  CURTO PRAZO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Liquidez imediata e reserva de emergência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dinheiro a sair da conta corrente — e o único que nunca oscila.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3657600" cy="3977640"/>
          </a:xfrm>
          <a:prstGeom prst="roundRect">
            <a:avLst>
              <a:gd name="adj" fmla="val 2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59536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798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do patrimônio total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401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CHEGAMOS AO VALOR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694176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vida estimado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R$ 8.400 / mês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alvo (6 meses)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R$ 50.400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Arredondado para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  =  7,1 meses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80560" y="1755648"/>
            <a:ext cx="7132320" cy="1234440"/>
          </a:xfrm>
          <a:prstGeom prst="roundRect">
            <a:avLst>
              <a:gd name="adj" fmla="val 666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1975104"/>
            <a:ext cx="292608" cy="29260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157216" y="19385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CDB de liquidez diária D+0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5157216" y="230428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Bancos de primeira linha na plataforma XP, faixa de 100% a 103% do CDI, resgate no mesmo dia pelo app.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80560" y="3127248"/>
            <a:ext cx="7132320" cy="1234440"/>
          </a:xfrm>
          <a:prstGeom prst="roundRect">
            <a:avLst>
              <a:gd name="adj" fmla="val 666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346704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57216" y="33101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 DI com taxa zero de administração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5157216" y="367588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 sem taxa para a parcela de giro, com liquidez no mesmo dia útil.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480560" y="4498848"/>
            <a:ext cx="7132320" cy="1234440"/>
          </a:xfrm>
          <a:prstGeom prst="roundRect">
            <a:avLst>
              <a:gd name="adj" fmla="val 666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4718304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57216" y="468172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do FGC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157216" y="504748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R$ 250 mil por CPF por instituição, com teto global de R$ 1 milhão a cada 4 anos. Pulverizando em dois emissores, sua exposição fica muito abaixo do limite.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907024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Volatilidade da caixa: zero.  Este dinheiro não participa de mercado — ele existe para você nunca precisar resgatar as outras duas caixas no pior momento.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02  ·  MÉDIO E LONGO PRAZO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da família e o futuro da sua filha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R$ 140.000 alocados, mais a camada de proteção que faltava no seu planejamento.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3538728" cy="3072384"/>
          </a:xfrm>
          <a:prstGeom prst="roundRect">
            <a:avLst>
              <a:gd name="adj" fmla="val 2679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9339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4323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VGBL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066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R$ 80.000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638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único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511296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regressiva de IR: 10% a partir de 10 anos, incidente apenas sobre o rendimento. Sucessão direta à sua filha, sem inventário e sem custo de partilha.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70248" y="1755648"/>
            <a:ext cx="3538728" cy="3072384"/>
          </a:xfrm>
          <a:prstGeom prst="roundRect">
            <a:avLst>
              <a:gd name="adj" fmla="val 2679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19933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44568" y="24323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LCI e LCA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44568" y="27066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2500" dirty="0"/>
          </a:p>
        </p:txBody>
      </p:sp>
      <p:sp>
        <p:nvSpPr>
          <p:cNvPr id="15" name="Text 11"/>
          <p:cNvSpPr txBox="1"/>
          <p:nvPr/>
        </p:nvSpPr>
        <p:spPr>
          <a:xfrm>
            <a:off x="4544568" y="31638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Isentos de IR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44568" y="3511296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Isenção total de Imposto de Renda para pessoa física e cobertura do FGC. Vencimentos escalonados e casados com os marcos escolares da sua filha. Carência mínima de 9 meses.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91856" y="1755648"/>
            <a:ext cx="3538728" cy="3072384"/>
          </a:xfrm>
          <a:prstGeom prst="roundRect">
            <a:avLst>
              <a:gd name="adj" fmla="val 2679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99339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66176" y="24323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 VIDA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8266176" y="27066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R$ 720.000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8266176" y="316382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segurado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266176" y="3511296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vezes sua renda anual. Custeado pelo fluxo mensal, não pelo principal — estimativa a partir de R$ 250/mês, sujeita à análise de risco da seguradora.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48640" y="4992624"/>
            <a:ext cx="11064240" cy="1225296"/>
          </a:xfrm>
          <a:prstGeom prst="roundRect">
            <a:avLst>
              <a:gd name="adj" fmla="val 6716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52486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80160" y="521208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VGBL E NÃO PGBL NO APORTE ÚNICO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280160" y="548640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dedução do PGBL é limitada a 12% da renda bruta tributável anual — no seu caso, R$ 17.280 por ano. Um aporte único de R$ 80 mil em PGBL desperdiçaria o benefício e ainda seria tributado sobre o valor total no resgate. Por isso: VGBL no aporte único, e PGBL como aporte mensal de R$ 1.440, exatamente dentro do teto, se você declara no modelo completo.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03  ·  LONGO PRAZO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com risco dimensionado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 reestruturados a partir da carteira que você já tem hoje.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R$ 110.000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938528"/>
            <a:ext cx="905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 de carrego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26771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Tesouro IPCA+ e debêntures incentivadas de infraestrutura (Lei 12.431), estas últimas isentas de IR para pessoa física. Levadas ao vencimento: com o prazo casado ao objetivo, a marcação a mercado deixa de ser um problema.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1248" y="3154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6301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R$ 50.000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154680"/>
            <a:ext cx="905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Multimercados de baixa volatilidade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48386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ativa da prateleira XP, com mandato de baixa volatilidade e alvo de retorno acima do CDI. Diversificação de estratégia sem exigir acompanhamento seu.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187952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" y="43708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846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R$ 40.000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370832"/>
            <a:ext cx="9052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variável via ETFs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4700016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BOVA11 e IVVB11: bolsa brasileira e mercado americano em duas ordens. Diversificação automática, sem necessidade de escolher ação nem acompanhar notícia.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5660136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61872" y="5394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indicamos COE nesta carteira:  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estruturação de um COE não aparece destacado no seu extrato. Como transparência de taxas é justamente o seu ponto sensível, seria incoerente. Entregamos proteção de capital pela renda fixa de carrego, onde cada custo é declarado.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e depois, na mesma base de comparação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percentuais abaixo se referem ao patrimônio total de R$ 400.000.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040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053328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818120" y="1828800"/>
            <a:ext cx="3794760" cy="932688"/>
          </a:xfrm>
          <a:prstGeom prst="roundRect">
            <a:avLst>
              <a:gd name="adj" fmla="val 8824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55864" y="19476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a ações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055864" y="2157984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 →  10%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055864" y="24871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R$ 100.000 para R$ 40.000, agora via ETF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818120" y="2898648"/>
            <a:ext cx="3794760" cy="932688"/>
          </a:xfrm>
          <a:prstGeom prst="roundRect">
            <a:avLst>
              <a:gd name="adj" fmla="val 8824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55864" y="301752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rendendo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055864" y="322783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 →  100%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055864" y="355701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real parado em conta corrente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818120" y="3968496"/>
            <a:ext cx="3794760" cy="932688"/>
          </a:xfrm>
          <a:prstGeom prst="roundRect">
            <a:avLst>
              <a:gd name="adj" fmla="val 8824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055864" y="40873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 isentos de IR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055864" y="42976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  →  R$ 120.000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055864" y="462686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LCI, LCA e debêntures incentivadas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818120" y="5038344"/>
            <a:ext cx="3794760" cy="932688"/>
          </a:xfrm>
          <a:prstGeom prst="roundRect">
            <a:avLst>
              <a:gd name="adj" fmla="val 8824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055864" y="515721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custódia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055864" y="53675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055864" y="569671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fixa, fundos e previdência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SERVIÇO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transparente e tempo preservado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dores que sobraram: reclamação com taxas e falta de tempo para acompanhar.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11680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9536" y="2450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DE CUSTOS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zero de custódia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renda fixa, fundos e previdência na plataforma XP.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remunera pelo spread do emissor — apresentado a você antes da alocação, e não depois.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Fundos e previdência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taxa de administração na lâmina. Nenhum produto com custo embutido e não destacado.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XP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 rating e saúde financeira de cada emissor antes de ele entrar na sua carteira.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755648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0116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28816" y="2450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SEU TEMPO, PRESERVADO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528816" y="2798064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diário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feito pela nossa equipe. Você não precisa acompanhar notícia de mercado.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trimestral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consolidado e resumido no app da XP.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reuniões por ano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30 minutos, para revisar metas familiares e reenquadrar o perfil.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Rebalanceamento por aporte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por venda — assim não antecipamos Imposto de Renda à toa.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07161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de aporte mensal:  </a:t>
            </a:r>
            <a:pPr indent="0" marL="0">
              <a:buNone/>
            </a:pPr>
            <a:r>
              <a:rPr lang="en-US" sz="11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R$ 3.600  =  R$ 1.440 no PGBL (teto de 12%)  ·  R$ 250 no seguro de vida  ·  R$ 1.910 para rebalanceamento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ação imediato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movimentos. O primeiro começa ainda nesta reunião.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66544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6771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o seu suitability na conta XP e validar a proposta de alocação das três caixas.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112264"/>
            <a:ext cx="329184" cy="32918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2862072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3118104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118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0266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SEMANA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31927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os R$ 200.000 da conta corrente: R$ 60 mil na reserva em CDB D+0 e R$ 140 mil em VGBL, LCI e LCA.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163824"/>
            <a:ext cx="329184" cy="32918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3913632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4169664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0782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5 MESES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417320" y="437083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Desmontar a posição em ações em parcelas de até R$ 20 mil por mês, aproveitando a isenção de IR sobre vendas de ações até esse limite mensal.</a:t>
            </a:r>
            <a:endParaRPr lang="en-US" sz="12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4215384"/>
            <a:ext cx="329184" cy="32918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48640" y="4965192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161616"/>
          </a:solidFill>
          <a:ln w="9525">
            <a:solidFill>
              <a:srgbClr val="3A3A3A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5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22960" y="5221224"/>
            <a:ext cx="420624" cy="420624"/>
          </a:xfrm>
          <a:prstGeom prst="ellipse">
            <a:avLst/>
          </a:prstGeom>
          <a:solidFill>
            <a:srgbClr val="FFC709"/>
          </a:solidFill>
          <a:ln w="12700">
            <a:solidFill>
              <a:srgbClr val="FFC70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221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1417320" y="5129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CONTÍNUO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417320" y="5422392"/>
            <a:ext cx="923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mensal de R$ 3.600, relatório trimestral no app e revisão semestral de 30 minutos.</a:t>
            </a:r>
            <a:endParaRPr lang="en-US" sz="12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5266944"/>
            <a:ext cx="329184" cy="32918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48640" y="6035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o suitability leva 10 minutos. Seus R$ 200 mil param de perder para a inflação já no próximo dia útil.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4190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10332720" y="64190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Financeiro Integrado</dc:title>
  <dc:subject>PptxGenJS Presentation</dc:subject>
  <dc:creator>Assessoria XP</dc:creator>
  <cp:lastModifiedBy>Assessoria XP</cp:lastModifiedBy>
  <cp:revision>1</cp:revision>
  <dcterms:created xsi:type="dcterms:W3CDTF">2026-09-20T22:15:40Z</dcterms:created>
  <dcterms:modified xsi:type="dcterms:W3CDTF">2026-09-20T22:15:40Z</dcterms:modified>
</cp:coreProperties>
</file>